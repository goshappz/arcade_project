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1D0D5-EAEF-4FA7-9B41-80604328D125}" v="133" dt="2026-01-15T15:50:38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Слизни против Фруктов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Проект Попова Георгий и Ушакова Ивана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59A2C-971B-2101-EF15-C4CE87A8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ru-RU" sz="2000" dirty="0">
                <a:ea typeface="+mj-lt"/>
                <a:cs typeface="+mj-lt"/>
              </a:rPr>
              <a:t>Игра в жанре </a:t>
            </a:r>
            <a:r>
              <a:rPr lang="ru-RU" sz="2000" b="1" dirty="0">
                <a:ea typeface="+mj-lt"/>
                <a:cs typeface="+mj-lt"/>
              </a:rPr>
              <a:t>Tower Defense</a:t>
            </a:r>
            <a:r>
              <a:rPr lang="ru-RU" sz="2000" dirty="0">
                <a:ea typeface="+mj-lt"/>
                <a:cs typeface="+mj-lt"/>
              </a:rPr>
              <a:t> на Python с использованием библиотеки </a:t>
            </a:r>
            <a:r>
              <a:rPr lang="ru-RU" sz="2000" err="1">
                <a:ea typeface="+mj-lt"/>
                <a:cs typeface="+mj-lt"/>
              </a:rPr>
              <a:t>Arcade</a:t>
            </a:r>
            <a:r>
              <a:rPr lang="ru-RU" sz="2000" dirty="0">
                <a:ea typeface="+mj-lt"/>
                <a:cs typeface="+mj-lt"/>
              </a:rPr>
              <a:t>.</a:t>
            </a:r>
            <a:br>
              <a:rPr lang="ru-RU" sz="2000" dirty="0">
                <a:ea typeface="+mj-lt"/>
                <a:cs typeface="+mj-lt"/>
              </a:rPr>
            </a:br>
            <a:r>
              <a:rPr lang="ru-RU" sz="2000" dirty="0">
                <a:ea typeface="+mj-lt"/>
                <a:cs typeface="+mj-lt"/>
              </a:rPr>
              <a:t>Фрукты защищают свою родную рощу от слизней и улиток, которые решили полакомиться сочными фруктами.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7A26F-BA24-0A1A-C156-A4CE3A5D4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Скрин игры</a:t>
            </a:r>
          </a:p>
        </p:txBody>
      </p:sp>
    </p:spTree>
    <p:extLst>
      <p:ext uri="{BB962C8B-B14F-4D97-AF65-F5344CB8AC3E}">
        <p14:creationId xmlns:p14="http://schemas.microsoft.com/office/powerpoint/2010/main" val="285333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983ACF-6B97-CC04-1172-113E3F16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Геймплей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75EA2A-1330-6005-A050-174FCEE6A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Враги идут по пути к </a:t>
            </a:r>
            <a:r>
              <a:rPr lang="ru-RU" b="1" dirty="0">
                <a:ea typeface="+mn-lt"/>
                <a:cs typeface="+mn-lt"/>
              </a:rPr>
              <a:t>деревянному забору</a:t>
            </a:r>
            <a:r>
              <a:rPr lang="ru-RU" dirty="0">
                <a:ea typeface="+mn-lt"/>
                <a:cs typeface="+mn-lt"/>
              </a:rPr>
              <a:t>.</a:t>
            </a:r>
          </a:p>
          <a:p>
            <a:r>
              <a:rPr lang="ru-RU" dirty="0">
                <a:ea typeface="+mn-lt"/>
                <a:cs typeface="+mn-lt"/>
              </a:rPr>
              <a:t>Ты размещаешь </a:t>
            </a:r>
            <a:r>
              <a:rPr lang="ru-RU" b="1" dirty="0">
                <a:ea typeface="+mn-lt"/>
                <a:cs typeface="+mn-lt"/>
              </a:rPr>
              <a:t>фруктовые башни</a:t>
            </a:r>
            <a:r>
              <a:rPr lang="ru-RU" dirty="0">
                <a:ea typeface="+mn-lt"/>
                <a:cs typeface="+mn-lt"/>
              </a:rPr>
              <a:t>, которые автоматически атакуют врагов.</a:t>
            </a:r>
          </a:p>
          <a:p>
            <a:r>
              <a:rPr lang="ru-RU" dirty="0">
                <a:ea typeface="+mn-lt"/>
                <a:cs typeface="+mn-lt"/>
              </a:rPr>
              <a:t>За уничтоженных врагов падают </a:t>
            </a:r>
            <a:r>
              <a:rPr lang="ru-RU" b="1" dirty="0">
                <a:ea typeface="+mn-lt"/>
                <a:cs typeface="+mn-lt"/>
              </a:rPr>
              <a:t>деньги</a:t>
            </a:r>
            <a:r>
              <a:rPr lang="ru-RU" dirty="0">
                <a:ea typeface="+mn-lt"/>
                <a:cs typeface="+mn-lt"/>
              </a:rPr>
              <a:t>:</a:t>
            </a:r>
          </a:p>
          <a:p>
            <a:pPr lvl="1"/>
            <a:r>
              <a:rPr lang="ru-RU" sz="2800" dirty="0">
                <a:ea typeface="+mn-lt"/>
                <a:cs typeface="+mn-lt"/>
              </a:rPr>
              <a:t>Используются для постройки новых деревьев и улучшения обороны.</a:t>
            </a:r>
            <a:endParaRPr lang="ru-RU" dirty="0">
              <a:ea typeface="+mn-lt"/>
              <a:cs typeface="+mn-lt"/>
            </a:endParaRPr>
          </a:p>
          <a:p>
            <a:r>
              <a:rPr lang="ru-RU" dirty="0">
                <a:ea typeface="+mn-lt"/>
                <a:cs typeface="+mn-lt"/>
              </a:rPr>
              <a:t>Если здоровье забора падает до нуля — </a:t>
            </a:r>
            <a:r>
              <a:rPr lang="ru-RU" b="1" dirty="0">
                <a:ea typeface="+mn-lt"/>
                <a:cs typeface="+mn-lt"/>
              </a:rPr>
              <a:t>поражение</a:t>
            </a:r>
            <a:r>
              <a:rPr lang="ru-RU" dirty="0">
                <a:ea typeface="+mn-lt"/>
                <a:cs typeface="+mn-lt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252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B5535-F944-0634-8006-E123666C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Башни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2A6A68-9058-5369-7DD0-518CC2762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1800" dirty="0">
                <a:ea typeface="+mn-lt"/>
                <a:cs typeface="+mn-lt"/>
              </a:rPr>
              <a:t>Каждая башня — это дерево со своим типом атаки. Пока незавершенно</a:t>
            </a:r>
            <a:endParaRPr lang="ru-RU" sz="1800" dirty="0"/>
          </a:p>
          <a:p>
            <a:r>
              <a:rPr lang="ru-RU" sz="1800" b="1">
                <a:ea typeface="+mn-lt"/>
                <a:cs typeface="+mn-lt"/>
              </a:rPr>
              <a:t>Яблоня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>
                <a:ea typeface="+mn-lt"/>
                <a:cs typeface="+mn-lt"/>
              </a:rPr>
              <a:t>Базовое боевое дерево.</a:t>
            </a:r>
            <a:endParaRPr lang="ru-RU" sz="1800" dirty="0"/>
          </a:p>
          <a:p>
            <a:pPr lvl="1"/>
            <a:r>
              <a:rPr lang="ru-RU" sz="1800">
                <a:ea typeface="+mn-lt"/>
                <a:cs typeface="+mn-lt"/>
              </a:rPr>
              <a:t>Стреляет </a:t>
            </a:r>
            <a:r>
              <a:rPr lang="ru-RU" sz="1800" b="1">
                <a:ea typeface="+mn-lt"/>
                <a:cs typeface="+mn-lt"/>
              </a:rPr>
              <a:t>одиночными яблоками</a:t>
            </a:r>
            <a:r>
              <a:rPr lang="ru-RU" sz="1800">
                <a:ea typeface="+mn-lt"/>
                <a:cs typeface="+mn-lt"/>
              </a:rPr>
              <a:t> по одному ближайшему врагу.</a:t>
            </a:r>
            <a:endParaRPr lang="ru-RU" sz="1800" dirty="0"/>
          </a:p>
          <a:p>
            <a:pPr lvl="1"/>
            <a:r>
              <a:rPr lang="ru-RU" sz="1800" dirty="0">
                <a:ea typeface="+mn-lt"/>
                <a:cs typeface="+mn-lt"/>
              </a:rPr>
              <a:t>Дёшево стоит, основа любой обороны.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Грушевое дерево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 dirty="0">
                <a:ea typeface="+mn-lt"/>
                <a:cs typeface="+mn-lt"/>
              </a:rPr>
              <a:t>Использует отскакивающие груши</a:t>
            </a:r>
            <a:r>
              <a:rPr lang="ru-RU" sz="1800" dirty="0">
                <a:ea typeface="+mn-lt"/>
                <a:cs typeface="+mn-lt"/>
              </a:rPr>
              <a:t>.</a:t>
            </a:r>
            <a:endParaRPr lang="ru-RU" sz="1800" dirty="0"/>
          </a:p>
          <a:p>
            <a:pPr lvl="1"/>
            <a:r>
              <a:rPr lang="ru-RU" sz="1800" dirty="0">
                <a:ea typeface="+mn-lt"/>
                <a:cs typeface="+mn-lt"/>
              </a:rPr>
              <a:t>Груша после попадания может отскочить и задеть другого врага.</a:t>
            </a:r>
            <a:endParaRPr lang="ru-RU" sz="1800" dirty="0"/>
          </a:p>
          <a:p>
            <a:pPr lvl="1"/>
            <a:r>
              <a:rPr lang="ru-RU" sz="1800" dirty="0">
                <a:ea typeface="+mn-lt"/>
                <a:cs typeface="+mn-lt"/>
              </a:rPr>
              <a:t>Эффективно против плотных скоплений противников.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Вишня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 dirty="0">
                <a:ea typeface="+mn-lt"/>
                <a:cs typeface="+mn-lt"/>
              </a:rPr>
              <a:t>Оружие массового поражения.</a:t>
            </a:r>
            <a:endParaRPr lang="ru-RU" sz="1800" dirty="0"/>
          </a:p>
          <a:p>
            <a:pPr lvl="1"/>
            <a:r>
              <a:rPr lang="ru-RU" sz="1800" dirty="0">
                <a:ea typeface="+mn-lt"/>
                <a:cs typeface="+mn-lt"/>
              </a:rPr>
              <a:t>Выпускает </a:t>
            </a:r>
            <a:r>
              <a:rPr lang="ru-RU" sz="1800" b="1" dirty="0">
                <a:ea typeface="+mn-lt"/>
                <a:cs typeface="+mn-lt"/>
              </a:rPr>
              <a:t>залп вишен по области</a:t>
            </a:r>
            <a:r>
              <a:rPr lang="ru-RU" sz="1800" dirty="0">
                <a:ea typeface="+mn-lt"/>
                <a:cs typeface="+mn-lt"/>
              </a:rPr>
              <a:t>.</a:t>
            </a:r>
            <a:endParaRPr lang="ru-RU" sz="1800" dirty="0"/>
          </a:p>
          <a:p>
            <a:pPr lvl="1"/>
            <a:r>
              <a:rPr lang="ru-RU" sz="1800" dirty="0">
                <a:ea typeface="+mn-lt"/>
                <a:cs typeface="+mn-lt"/>
              </a:rPr>
              <a:t>Наносит урон сразу нескольким врагам в радиусе.</a:t>
            </a:r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94911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43060-E380-52CF-322A-552277DA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Враги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A4113-45A3-9369-B01F-FB86C04F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Пока незавершенно</a:t>
            </a:r>
          </a:p>
          <a:p>
            <a:r>
              <a:rPr lang="ru-RU" b="1">
                <a:ea typeface="+mn-lt"/>
                <a:cs typeface="+mn-lt"/>
              </a:rPr>
              <a:t>Слизень</a:t>
            </a:r>
            <a:endParaRPr lang="ru-RU">
              <a:ea typeface="+mn-lt"/>
              <a:cs typeface="+mn-lt"/>
            </a:endParaRPr>
          </a:p>
          <a:p>
            <a:pPr lvl="1"/>
            <a:r>
              <a:rPr lang="ru-RU" sz="2800">
                <a:ea typeface="+mn-lt"/>
                <a:cs typeface="+mn-lt"/>
              </a:rPr>
              <a:t>Стандартный враг.</a:t>
            </a:r>
            <a:endParaRPr lang="ru-RU">
              <a:ea typeface="+mn-lt"/>
              <a:cs typeface="+mn-lt"/>
            </a:endParaRPr>
          </a:p>
          <a:p>
            <a:pPr lvl="1"/>
            <a:r>
              <a:rPr lang="ru-RU" sz="2800">
                <a:ea typeface="+mn-lt"/>
                <a:cs typeface="+mn-lt"/>
              </a:rPr>
              <a:t>Средняя скорость и здоровье.</a:t>
            </a:r>
            <a:endParaRPr lang="ru-RU">
              <a:ea typeface="+mn-lt"/>
              <a:cs typeface="+mn-lt"/>
            </a:endParaRPr>
          </a:p>
          <a:p>
            <a:pPr lvl="1"/>
            <a:r>
              <a:rPr lang="ru-RU" sz="2800">
                <a:ea typeface="+mn-lt"/>
                <a:cs typeface="+mn-lt"/>
              </a:rPr>
              <a:t>Основная масса атакующих.</a:t>
            </a:r>
            <a:endParaRPr lang="ru-RU">
              <a:ea typeface="+mn-lt"/>
              <a:cs typeface="+mn-lt"/>
            </a:endParaRPr>
          </a:p>
          <a:p>
            <a:r>
              <a:rPr lang="ru-RU" b="1">
                <a:ea typeface="+mn-lt"/>
                <a:cs typeface="+mn-lt"/>
              </a:rPr>
              <a:t>Улитка</a:t>
            </a:r>
            <a:endParaRPr lang="ru-RU">
              <a:ea typeface="+mn-lt"/>
              <a:cs typeface="+mn-lt"/>
            </a:endParaRPr>
          </a:p>
          <a:p>
            <a:pPr lvl="1"/>
            <a:r>
              <a:rPr lang="ru-RU" sz="2800">
                <a:ea typeface="+mn-lt"/>
                <a:cs typeface="+mn-lt"/>
              </a:rPr>
              <a:t>Медленная, но </a:t>
            </a:r>
            <a:r>
              <a:rPr lang="ru-RU" sz="2800" b="1">
                <a:ea typeface="+mn-lt"/>
                <a:cs typeface="+mn-lt"/>
              </a:rPr>
              <a:t>бронированная</a:t>
            </a:r>
            <a:r>
              <a:rPr lang="ru-RU" sz="2800">
                <a:ea typeface="+mn-lt"/>
                <a:cs typeface="+mn-lt"/>
              </a:rPr>
              <a:t>.</a:t>
            </a:r>
            <a:endParaRPr lang="ru-RU">
              <a:ea typeface="+mn-lt"/>
              <a:cs typeface="+mn-lt"/>
            </a:endParaRPr>
          </a:p>
          <a:p>
            <a:pPr lvl="1"/>
            <a:r>
              <a:rPr lang="ru-RU" sz="2800">
                <a:ea typeface="+mn-lt"/>
                <a:cs typeface="+mn-lt"/>
              </a:rPr>
              <a:t>Получает меньше урона от атак.</a:t>
            </a:r>
            <a:endParaRPr lang="ru-RU">
              <a:ea typeface="+mn-lt"/>
              <a:cs typeface="+mn-l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600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90AFE-5EE5-EA78-EFD8-363938FD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Скрины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83F891-3F71-3315-FC44-2892D4645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00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2EEB4-7B9D-2ABF-B151-9BB000F9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361ED-29A4-E783-FEE1-4DBD7F7E6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71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190EC-1F3C-F69B-C695-AD2D331E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681F9-FCB8-E023-EB00-8D8C71832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4944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Слизни против Фруктов</vt:lpstr>
      <vt:lpstr>Игра в жанре Tower Defense на Python с использованием библиотеки Arcade. Фрукты защищают свою родную рощу от слизней и улиток, которые решили полакомиться сочными фруктами.</vt:lpstr>
      <vt:lpstr>Геймплей</vt:lpstr>
      <vt:lpstr>Башни</vt:lpstr>
      <vt:lpstr>Враги</vt:lpstr>
      <vt:lpstr>Скрины игры</vt:lpstr>
      <vt:lpstr>Результаты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</cp:revision>
  <dcterms:created xsi:type="dcterms:W3CDTF">2026-01-15T15:46:27Z</dcterms:created>
  <dcterms:modified xsi:type="dcterms:W3CDTF">2026-01-15T15:50:43Z</dcterms:modified>
</cp:coreProperties>
</file>